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lvl1PPr marL="342900" indent="0">
      <a:defRPr sz="1800"/>
    </a:lvl1PPr>
    <a:lvl2PPr marL="685800" indent="0">
      <a:defRPr sz="1750"/>
    </a:lvl2PPr>
    <a:lvl3PPr marL="1028700" indent="0">
      <a:defRPr sz="1700"/>
    </a:lvl3PPr>
    <a:lvl4PPr marL="1371600" indent="0">
      <a:defRPr sz="1650"/>
    </a:lvl4PPr>
    <a:lvl5PPr marL="1714500" indent="0">
      <a:defRPr sz="1600"/>
    </a:lvl5PPr>
    <a:lvl6PPr marL="2057400" indent="0">
      <a:defRPr sz="1550"/>
    </a:lvl6PPr>
    <a:lvl7PPr marL="2400300" indent="0">
      <a:defRPr sz="1500"/>
    </a:lvl7PPr>
    <a:lvl8PPr marL="2743200" indent="0">
      <a:defRPr sz="1450"/>
    </a:lvl8PPr>
    <a:lvl9PPr marL="3086100" indent="0">
      <a:defRPr sz="1400"/>
    </a:lvl9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takUji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/>
          <a:lstStyle/>
          <a:p>
            <a:r>
              <a:rPr lang="id-ID" sz="3200" b="1"/>
              <a:t>SLIDE UJI WAVE 11A</a:t>
            </a:r>
          </a:p>
          <a:p>
            <a:r>
              <a:rPr lang="id-ID" sz="1800"/>
              <a:t>Baris kedua untuk uji penampil pratinjau.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Uji">
  <a:themeElements>
    <a:clrScheme name="Uji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0563C1"/>
      </a:hlink>
      <a:folHlink>
        <a:srgbClr val="954F72"/>
      </a:folHlink>
    </a:clrScheme>
    <a:fontScheme name="Uj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Uj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